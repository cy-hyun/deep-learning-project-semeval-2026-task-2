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63" r:id="rId4"/>
    <p:sldId id="264" r:id="rId5"/>
    <p:sldId id="281" r:id="rId6"/>
    <p:sldId id="265" r:id="rId7"/>
    <p:sldId id="266" r:id="rId8"/>
    <p:sldId id="280" r:id="rId9"/>
    <p:sldId id="267" r:id="rId10"/>
    <p:sldId id="268" r:id="rId11"/>
    <p:sldId id="269" r:id="rId12"/>
    <p:sldId id="27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1CA93-4AFF-4825-9200-D314C23A9504}" v="20" dt="2026-01-21T00:29:16.103"/>
  </p1510:revLst>
</p1510:revInfo>
</file>

<file path=ppt/tableStyles.xml><?xml version="1.0" encoding="utf-8"?>
<a:tblStyleLst xmlns:a="http://schemas.openxmlformats.org/drawingml/2006/main" def="{21D86DE6-52C9-440B-B78C-ECAA66DC7167}">
  <a:tblStyle styleId="{21D86DE6-52C9-440B-B78C-ECAA66DC71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432" y="2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gyong Hyun" userId="5c6d3e53270d07e7" providerId="LiveId" clId="{7ACF1700-C4D9-49E3-8893-5CDA0B2BB97F}"/>
    <pc:docChg chg="undo custSel addSld delSld modSld">
      <pc:chgData name="Changyong Hyun" userId="5c6d3e53270d07e7" providerId="LiveId" clId="{7ACF1700-C4D9-49E3-8893-5CDA0B2BB97F}" dt="2026-01-21T00:30:27.619" v="224" actId="14100"/>
      <pc:docMkLst>
        <pc:docMk/>
      </pc:docMkLst>
      <pc:sldChg chg="addSp delSp modSp mod">
        <pc:chgData name="Changyong Hyun" userId="5c6d3e53270d07e7" providerId="LiveId" clId="{7ACF1700-C4D9-49E3-8893-5CDA0B2BB97F}" dt="2026-01-21T00:29:52.955" v="215" actId="21"/>
        <pc:sldMkLst>
          <pc:docMk/>
          <pc:sldMk cId="0" sldId="264"/>
        </pc:sldMkLst>
        <pc:picChg chg="add mod">
          <ac:chgData name="Changyong Hyun" userId="5c6d3e53270d07e7" providerId="LiveId" clId="{7ACF1700-C4D9-49E3-8893-5CDA0B2BB97F}" dt="2026-01-21T00:28:23.080" v="163"/>
          <ac:picMkLst>
            <pc:docMk/>
            <pc:sldMk cId="0" sldId="264"/>
            <ac:picMk id="2" creationId="{DE975719-C1F6-71D2-9BF7-3B9936E5E046}"/>
          </ac:picMkLst>
        </pc:picChg>
        <pc:picChg chg="add del mod">
          <ac:chgData name="Changyong Hyun" userId="5c6d3e53270d07e7" providerId="LiveId" clId="{7ACF1700-C4D9-49E3-8893-5CDA0B2BB97F}" dt="2026-01-21T00:29:50.320" v="214" actId="21"/>
          <ac:picMkLst>
            <pc:docMk/>
            <pc:sldMk cId="0" sldId="264"/>
            <ac:picMk id="3" creationId="{0BD28B54-A21F-A1E1-E931-70B4C2731044}"/>
          </ac:picMkLst>
        </pc:picChg>
        <pc:picChg chg="del mod">
          <ac:chgData name="Changyong Hyun" userId="5c6d3e53270d07e7" providerId="LiveId" clId="{7ACF1700-C4D9-49E3-8893-5CDA0B2BB97F}" dt="2026-01-21T00:29:52.955" v="215" actId="21"/>
          <ac:picMkLst>
            <pc:docMk/>
            <pc:sldMk cId="0" sldId="264"/>
            <ac:picMk id="216" creationId="{00000000-0000-0000-0000-000000000000}"/>
          </ac:picMkLst>
        </pc:picChg>
      </pc:sldChg>
      <pc:sldChg chg="delSp modSp mod">
        <pc:chgData name="Changyong Hyun" userId="5c6d3e53270d07e7" providerId="LiveId" clId="{7ACF1700-C4D9-49E3-8893-5CDA0B2BB97F}" dt="2026-01-21T00:28:07.598" v="158" actId="21"/>
        <pc:sldMkLst>
          <pc:docMk/>
          <pc:sldMk cId="0" sldId="266"/>
        </pc:sldMkLst>
        <pc:picChg chg="del mod">
          <ac:chgData name="Changyong Hyun" userId="5c6d3e53270d07e7" providerId="LiveId" clId="{7ACF1700-C4D9-49E3-8893-5CDA0B2BB97F}" dt="2026-01-21T00:28:07.598" v="158" actId="21"/>
          <ac:picMkLst>
            <pc:docMk/>
            <pc:sldMk cId="0" sldId="266"/>
            <ac:picMk id="254" creationId="{00000000-0000-0000-0000-000000000000}"/>
          </ac:picMkLst>
        </pc:picChg>
      </pc:sldChg>
      <pc:sldChg chg="addSp delSp modSp mod">
        <pc:chgData name="Changyong Hyun" userId="5c6d3e53270d07e7" providerId="LiveId" clId="{7ACF1700-C4D9-49E3-8893-5CDA0B2BB97F}" dt="2026-01-21T00:25:30.979" v="107" actId="21"/>
        <pc:sldMkLst>
          <pc:docMk/>
          <pc:sldMk cId="0" sldId="269"/>
        </pc:sldMkLst>
        <pc:picChg chg="add mod">
          <ac:chgData name="Changyong Hyun" userId="5c6d3e53270d07e7" providerId="LiveId" clId="{7ACF1700-C4D9-49E3-8893-5CDA0B2BB97F}" dt="2026-01-21T00:24:03.512" v="85"/>
          <ac:picMkLst>
            <pc:docMk/>
            <pc:sldMk cId="0" sldId="269"/>
            <ac:picMk id="2" creationId="{16F1C6CF-9977-FE0D-2631-D2AA8C40A5B9}"/>
          </ac:picMkLst>
        </pc:picChg>
        <pc:picChg chg="del mod">
          <ac:chgData name="Changyong Hyun" userId="5c6d3e53270d07e7" providerId="LiveId" clId="{7ACF1700-C4D9-49E3-8893-5CDA0B2BB97F}" dt="2026-01-21T00:25:30.979" v="107" actId="21"/>
          <ac:picMkLst>
            <pc:docMk/>
            <pc:sldMk cId="0" sldId="269"/>
            <ac:picMk id="337" creationId="{00000000-0000-0000-0000-000000000000}"/>
          </ac:picMkLst>
        </pc:picChg>
      </pc:sldChg>
      <pc:sldChg chg="addSp modSp mod modNotes">
        <pc:chgData name="Changyong Hyun" userId="5c6d3e53270d07e7" providerId="LiveId" clId="{7ACF1700-C4D9-49E3-8893-5CDA0B2BB97F}" dt="2026-01-21T00:23:40.529" v="82" actId="1076"/>
        <pc:sldMkLst>
          <pc:docMk/>
          <pc:sldMk cId="0" sldId="271"/>
        </pc:sldMkLst>
        <pc:spChg chg="mod">
          <ac:chgData name="Changyong Hyun" userId="5c6d3e53270d07e7" providerId="LiveId" clId="{7ACF1700-C4D9-49E3-8893-5CDA0B2BB97F}" dt="2026-01-21T00:22:59.187" v="74" actId="1076"/>
          <ac:spMkLst>
            <pc:docMk/>
            <pc:sldMk cId="0" sldId="271"/>
            <ac:spMk id="362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3:31.546" v="80" actId="1076"/>
          <ac:spMkLst>
            <pc:docMk/>
            <pc:sldMk cId="0" sldId="271"/>
            <ac:spMk id="363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2:02.953" v="65" actId="1076"/>
          <ac:spMkLst>
            <pc:docMk/>
            <pc:sldMk cId="0" sldId="271"/>
            <ac:spMk id="364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2:02.953" v="65" actId="1076"/>
          <ac:spMkLst>
            <pc:docMk/>
            <pc:sldMk cId="0" sldId="271"/>
            <ac:spMk id="365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2:02.953" v="65" actId="1076"/>
          <ac:spMkLst>
            <pc:docMk/>
            <pc:sldMk cId="0" sldId="271"/>
            <ac:spMk id="366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2:02.953" v="65" actId="1076"/>
          <ac:spMkLst>
            <pc:docMk/>
            <pc:sldMk cId="0" sldId="271"/>
            <ac:spMk id="367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2:02.953" v="65" actId="1076"/>
          <ac:spMkLst>
            <pc:docMk/>
            <pc:sldMk cId="0" sldId="271"/>
            <ac:spMk id="368" creationId="{00000000-0000-0000-0000-000000000000}"/>
          </ac:spMkLst>
        </pc:spChg>
        <pc:picChg chg="add mod">
          <ac:chgData name="Changyong Hyun" userId="5c6d3e53270d07e7" providerId="LiveId" clId="{7ACF1700-C4D9-49E3-8893-5CDA0B2BB97F}" dt="2026-01-21T00:22:42.964" v="72" actId="14100"/>
          <ac:picMkLst>
            <pc:docMk/>
            <pc:sldMk cId="0" sldId="271"/>
            <ac:picMk id="3" creationId="{D1D6B4BC-67A8-2C5C-4574-A317A3D61FB0}"/>
          </ac:picMkLst>
        </pc:picChg>
        <pc:picChg chg="mod">
          <ac:chgData name="Changyong Hyun" userId="5c6d3e53270d07e7" providerId="LiveId" clId="{7ACF1700-C4D9-49E3-8893-5CDA0B2BB97F}" dt="2026-01-21T00:23:40.529" v="82" actId="1076"/>
          <ac:picMkLst>
            <pc:docMk/>
            <pc:sldMk cId="0" sldId="271"/>
            <ac:picMk id="358" creationId="{00000000-0000-0000-0000-000000000000}"/>
          </ac:picMkLst>
        </pc:picChg>
        <pc:picChg chg="mod">
          <ac:chgData name="Changyong Hyun" userId="5c6d3e53270d07e7" providerId="LiveId" clId="{7ACF1700-C4D9-49E3-8893-5CDA0B2BB97F}" dt="2026-01-21T00:22:09.448" v="66" actId="1076"/>
          <ac:picMkLst>
            <pc:docMk/>
            <pc:sldMk cId="0" sldId="271"/>
            <ac:picMk id="359" creationId="{00000000-0000-0000-0000-000000000000}"/>
          </ac:picMkLst>
        </pc:picChg>
        <pc:picChg chg="mod">
          <ac:chgData name="Changyong Hyun" userId="5c6d3e53270d07e7" providerId="LiveId" clId="{7ACF1700-C4D9-49E3-8893-5CDA0B2BB97F}" dt="2026-01-21T00:23:24.197" v="79" actId="1076"/>
          <ac:picMkLst>
            <pc:docMk/>
            <pc:sldMk cId="0" sldId="271"/>
            <ac:picMk id="360" creationId="{00000000-0000-0000-0000-000000000000}"/>
          </ac:picMkLst>
        </pc:picChg>
        <pc:picChg chg="mod">
          <ac:chgData name="Changyong Hyun" userId="5c6d3e53270d07e7" providerId="LiveId" clId="{7ACF1700-C4D9-49E3-8893-5CDA0B2BB97F}" dt="2026-01-21T00:23:24.197" v="79" actId="1076"/>
          <ac:picMkLst>
            <pc:docMk/>
            <pc:sldMk cId="0" sldId="271"/>
            <ac:picMk id="361" creationId="{00000000-0000-0000-0000-000000000000}"/>
          </ac:picMkLst>
        </pc:picChg>
      </pc:sldChg>
      <pc:sldChg chg="addSp delSp modSp mod modNotes">
        <pc:chgData name="Changyong Hyun" userId="5c6d3e53270d07e7" providerId="LiveId" clId="{7ACF1700-C4D9-49E3-8893-5CDA0B2BB97F}" dt="2026-01-21T00:17:21.402" v="9" actId="21"/>
        <pc:sldMkLst>
          <pc:docMk/>
          <pc:sldMk cId="0" sldId="274"/>
        </pc:sldMkLst>
        <pc:picChg chg="add del mod">
          <ac:chgData name="Changyong Hyun" userId="5c6d3e53270d07e7" providerId="LiveId" clId="{7ACF1700-C4D9-49E3-8893-5CDA0B2BB97F}" dt="2026-01-21T00:17:21.402" v="9" actId="21"/>
          <ac:picMkLst>
            <pc:docMk/>
            <pc:sldMk cId="0" sldId="274"/>
            <ac:picMk id="3" creationId="{55C14FE3-41AD-E282-FF52-F8F8EBAB32FE}"/>
          </ac:picMkLst>
        </pc:picChg>
      </pc:sldChg>
      <pc:sldChg chg="addSp delSp modSp mod modNotes">
        <pc:chgData name="Changyong Hyun" userId="5c6d3e53270d07e7" providerId="LiveId" clId="{7ACF1700-C4D9-49E3-8893-5CDA0B2BB97F}" dt="2026-01-21T00:21:00.150" v="55" actId="1076"/>
        <pc:sldMkLst>
          <pc:docMk/>
          <pc:sldMk cId="0" sldId="275"/>
        </pc:sldMkLst>
        <pc:spChg chg="add mod">
          <ac:chgData name="Changyong Hyun" userId="5c6d3e53270d07e7" providerId="LiveId" clId="{7ACF1700-C4D9-49E3-8893-5CDA0B2BB97F}" dt="2026-01-21T00:20:39.484" v="52" actId="1076"/>
          <ac:spMkLst>
            <pc:docMk/>
            <pc:sldMk cId="0" sldId="275"/>
            <ac:spMk id="4" creationId="{00000000-0000-0000-0000-000000000000}"/>
          </ac:spMkLst>
        </pc:spChg>
        <pc:spChg chg="add mod">
          <ac:chgData name="Changyong Hyun" userId="5c6d3e53270d07e7" providerId="LiveId" clId="{7ACF1700-C4D9-49E3-8893-5CDA0B2BB97F}" dt="2026-01-21T00:20:35.242" v="51" actId="1076"/>
          <ac:spMkLst>
            <pc:docMk/>
            <pc:sldMk cId="0" sldId="275"/>
            <ac:spMk id="5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20:15.734" v="48" actId="1076"/>
          <ac:spMkLst>
            <pc:docMk/>
            <pc:sldMk cId="0" sldId="275"/>
            <ac:spMk id="438" creationId="{00000000-0000-0000-0000-000000000000}"/>
          </ac:spMkLst>
        </pc:spChg>
        <pc:spChg chg="mod">
          <ac:chgData name="Changyong Hyun" userId="5c6d3e53270d07e7" providerId="LiveId" clId="{7ACF1700-C4D9-49E3-8893-5CDA0B2BB97F}" dt="2026-01-21T00:19:53.669" v="46" actId="1076"/>
          <ac:spMkLst>
            <pc:docMk/>
            <pc:sldMk cId="0" sldId="275"/>
            <ac:spMk id="439" creationId="{00000000-0000-0000-0000-000000000000}"/>
          </ac:spMkLst>
        </pc:spChg>
        <pc:spChg chg="del mod">
          <ac:chgData name="Changyong Hyun" userId="5c6d3e53270d07e7" providerId="LiveId" clId="{7ACF1700-C4D9-49E3-8893-5CDA0B2BB97F}" dt="2026-01-21T00:18:40.802" v="35" actId="21"/>
          <ac:spMkLst>
            <pc:docMk/>
            <pc:sldMk cId="0" sldId="275"/>
            <ac:spMk id="440" creationId="{00000000-0000-0000-0000-000000000000}"/>
          </ac:spMkLst>
        </pc:spChg>
        <pc:spChg chg="del mod">
          <ac:chgData name="Changyong Hyun" userId="5c6d3e53270d07e7" providerId="LiveId" clId="{7ACF1700-C4D9-49E3-8893-5CDA0B2BB97F}" dt="2026-01-21T00:18:40.802" v="35" actId="21"/>
          <ac:spMkLst>
            <pc:docMk/>
            <pc:sldMk cId="0" sldId="275"/>
            <ac:spMk id="441" creationId="{00000000-0000-0000-0000-000000000000}"/>
          </ac:spMkLst>
        </pc:spChg>
        <pc:spChg chg="add del">
          <ac:chgData name="Changyong Hyun" userId="5c6d3e53270d07e7" providerId="LiveId" clId="{7ACF1700-C4D9-49E3-8893-5CDA0B2BB97F}" dt="2026-01-21T00:17:49.303" v="17" actId="21"/>
          <ac:spMkLst>
            <pc:docMk/>
            <pc:sldMk cId="0" sldId="275"/>
            <ac:spMk id="442" creationId="{00000000-0000-0000-0000-000000000000}"/>
          </ac:spMkLst>
        </pc:spChg>
        <pc:spChg chg="add del">
          <ac:chgData name="Changyong Hyun" userId="5c6d3e53270d07e7" providerId="LiveId" clId="{7ACF1700-C4D9-49E3-8893-5CDA0B2BB97F}" dt="2026-01-21T00:17:49.303" v="17" actId="21"/>
          <ac:spMkLst>
            <pc:docMk/>
            <pc:sldMk cId="0" sldId="275"/>
            <ac:spMk id="443" creationId="{00000000-0000-0000-0000-000000000000}"/>
          </ac:spMkLst>
        </pc:spChg>
        <pc:picChg chg="add mod">
          <ac:chgData name="Changyong Hyun" userId="5c6d3e53270d07e7" providerId="LiveId" clId="{7ACF1700-C4D9-49E3-8893-5CDA0B2BB97F}" dt="2026-01-21T00:20:21.784" v="49" actId="1076"/>
          <ac:picMkLst>
            <pc:docMk/>
            <pc:sldMk cId="0" sldId="275"/>
            <ac:picMk id="2" creationId="{00000000-0000-0000-0000-000000000000}"/>
          </ac:picMkLst>
        </pc:picChg>
        <pc:picChg chg="add mod">
          <ac:chgData name="Changyong Hyun" userId="5c6d3e53270d07e7" providerId="LiveId" clId="{7ACF1700-C4D9-49E3-8893-5CDA0B2BB97F}" dt="2026-01-21T00:20:46.685" v="54" actId="1076"/>
          <ac:picMkLst>
            <pc:docMk/>
            <pc:sldMk cId="0" sldId="275"/>
            <ac:picMk id="3" creationId="{55C14FE3-41AD-E282-FF52-F8F8EBAB32FE}"/>
          </ac:picMkLst>
        </pc:picChg>
        <pc:picChg chg="mod">
          <ac:chgData name="Changyong Hyun" userId="5c6d3e53270d07e7" providerId="LiveId" clId="{7ACF1700-C4D9-49E3-8893-5CDA0B2BB97F}" dt="2026-01-21T00:21:00.150" v="55" actId="1076"/>
          <ac:picMkLst>
            <pc:docMk/>
            <pc:sldMk cId="0" sldId="275"/>
            <ac:picMk id="435" creationId="{00000000-0000-0000-0000-000000000000}"/>
          </ac:picMkLst>
        </pc:picChg>
        <pc:picChg chg="del mod">
          <ac:chgData name="Changyong Hyun" userId="5c6d3e53270d07e7" providerId="LiveId" clId="{7ACF1700-C4D9-49E3-8893-5CDA0B2BB97F}" dt="2026-01-21T00:18:40.802" v="35" actId="21"/>
          <ac:picMkLst>
            <pc:docMk/>
            <pc:sldMk cId="0" sldId="275"/>
            <ac:picMk id="436" creationId="{00000000-0000-0000-0000-000000000000}"/>
          </ac:picMkLst>
        </pc:picChg>
        <pc:picChg chg="add del">
          <ac:chgData name="Changyong Hyun" userId="5c6d3e53270d07e7" providerId="LiveId" clId="{7ACF1700-C4D9-49E3-8893-5CDA0B2BB97F}" dt="2026-01-21T00:17:49.303" v="17" actId="21"/>
          <ac:picMkLst>
            <pc:docMk/>
            <pc:sldMk cId="0" sldId="275"/>
            <ac:picMk id="437" creationId="{00000000-0000-0000-0000-000000000000}"/>
          </ac:picMkLst>
        </pc:picChg>
      </pc:sldChg>
      <pc:sldChg chg="delSp modSp add mod setBg">
        <pc:chgData name="Changyong Hyun" userId="5c6d3e53270d07e7" providerId="LiveId" clId="{7ACF1700-C4D9-49E3-8893-5CDA0B2BB97F}" dt="2026-01-21T00:26:44.408" v="138" actId="20577"/>
        <pc:sldMkLst>
          <pc:docMk/>
          <pc:sldMk cId="808507180" sldId="279"/>
        </pc:sldMkLst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293" creationId="{92D4FB67-9924-886D-5EBE-7BE1770A6EEA}"/>
          </ac:spMkLst>
        </pc:spChg>
        <pc:spChg chg="mod">
          <ac:chgData name="Changyong Hyun" userId="5c6d3e53270d07e7" providerId="LiveId" clId="{7ACF1700-C4D9-49E3-8893-5CDA0B2BB97F}" dt="2026-01-21T00:24:32.176" v="93" actId="1076"/>
          <ac:spMkLst>
            <pc:docMk/>
            <pc:sldMk cId="808507180" sldId="279"/>
            <ac:spMk id="297" creationId="{8C5CDA52-EA3E-7A36-A8A3-F239882C7619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299" creationId="{D5AC6E3D-17C8-00FA-4F9E-39806FC408F2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00" creationId="{D48D21A1-AD57-A554-06C6-A9DC3DD709AB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04" creationId="{13826FE4-563C-76A0-ED60-A47E0CF3E028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17" creationId="{CB9451F7-5FE2-5C11-0930-46AA5D04E297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19" creationId="{AD52EF5B-21CF-F0CE-2B5F-BA02C2BE70C4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23" creationId="{B7C61F4E-7899-8EEE-8B91-834AB0F2ADC3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25" creationId="{706A7770-D677-372E-2AA6-4D5604D37C0A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30" creationId="{5FA2D63D-3A49-0961-B5D0-78F73CEFDD35}"/>
          </ac:spMkLst>
        </pc:spChg>
        <pc:spChg chg="del">
          <ac:chgData name="Changyong Hyun" userId="5c6d3e53270d07e7" providerId="LiveId" clId="{7ACF1700-C4D9-49E3-8893-5CDA0B2BB97F}" dt="2026-01-21T00:24:56.280" v="98" actId="21"/>
          <ac:spMkLst>
            <pc:docMk/>
            <pc:sldMk cId="808507180" sldId="279"/>
            <ac:spMk id="331" creationId="{FFCE7A3D-314E-A724-F83C-9EFBE53A611D}"/>
          </ac:spMkLst>
        </pc:spChg>
        <pc:spChg chg="mod">
          <ac:chgData name="Changyong Hyun" userId="5c6d3e53270d07e7" providerId="LiveId" clId="{7ACF1700-C4D9-49E3-8893-5CDA0B2BB97F}" dt="2026-01-21T00:26:44.408" v="138" actId="20577"/>
          <ac:spMkLst>
            <pc:docMk/>
            <pc:sldMk cId="808507180" sldId="279"/>
            <ac:spMk id="335" creationId="{8F528CC7-65EF-A54C-33A5-1A946B3CA5B8}"/>
          </ac:spMkLst>
        </pc:spChg>
        <pc:graphicFrameChg chg="del">
          <ac:chgData name="Changyong Hyun" userId="5c6d3e53270d07e7" providerId="LiveId" clId="{7ACF1700-C4D9-49E3-8893-5CDA0B2BB97F}" dt="2026-01-21T00:24:14.155" v="87" actId="21"/>
          <ac:graphicFrameMkLst>
            <pc:docMk/>
            <pc:sldMk cId="808507180" sldId="279"/>
            <ac:graphicFrameMk id="292" creationId="{45625901-94B9-EBF5-4ADF-CD8569ADB841}"/>
          </ac:graphicFrameMkLst>
        </pc:graphicFrameChg>
        <pc:picChg chg="mod">
          <ac:chgData name="Changyong Hyun" userId="5c6d3e53270d07e7" providerId="LiveId" clId="{7ACF1700-C4D9-49E3-8893-5CDA0B2BB97F}" dt="2026-01-21T00:25:24.861" v="106" actId="1076"/>
          <ac:picMkLst>
            <pc:docMk/>
            <pc:sldMk cId="808507180" sldId="279"/>
            <ac:picMk id="337" creationId="{F7F96FA2-576B-4E56-2E01-DE325D67820C}"/>
          </ac:picMkLst>
        </pc:picChg>
      </pc:sldChg>
      <pc:sldChg chg="delSp modSp add mod setBg">
        <pc:chgData name="Changyong Hyun" userId="5c6d3e53270d07e7" providerId="LiveId" clId="{7ACF1700-C4D9-49E3-8893-5CDA0B2BB97F}" dt="2026-01-21T00:27:59.807" v="157" actId="20577"/>
        <pc:sldMkLst>
          <pc:docMk/>
          <pc:sldMk cId="1034469082" sldId="280"/>
        </pc:sldMkLst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42" creationId="{7E40896B-718A-A9FE-6625-421224E249B7}"/>
          </ac:spMkLst>
        </pc:spChg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44" creationId="{DDCD74C1-5186-F9D4-7148-659CE7E7C751}"/>
          </ac:spMkLst>
        </pc:spChg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45" creationId="{2E174A2D-0690-24F5-DBE3-6C4B23D46195}"/>
          </ac:spMkLst>
        </pc:spChg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47" creationId="{BFF1416D-84A7-D79C-67CA-C2FB07CB745D}"/>
          </ac:spMkLst>
        </pc:spChg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48" creationId="{1B042471-E99B-CE5B-409F-DAE6321C21A5}"/>
          </ac:spMkLst>
        </pc:spChg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50" creationId="{45D1399D-ED46-2050-3F5B-0A3B5A40466A}"/>
          </ac:spMkLst>
        </pc:spChg>
        <pc:spChg chg="del">
          <ac:chgData name="Changyong Hyun" userId="5c6d3e53270d07e7" providerId="LiveId" clId="{7ACF1700-C4D9-49E3-8893-5CDA0B2BB97F}" dt="2026-01-21T00:27:28.821" v="146" actId="21"/>
          <ac:spMkLst>
            <pc:docMk/>
            <pc:sldMk cId="1034469082" sldId="280"/>
            <ac:spMk id="251" creationId="{9D1323F0-F801-8146-C9D2-DD3CAB616834}"/>
          </ac:spMkLst>
        </pc:spChg>
        <pc:spChg chg="mod">
          <ac:chgData name="Changyong Hyun" userId="5c6d3e53270d07e7" providerId="LiveId" clId="{7ACF1700-C4D9-49E3-8893-5CDA0B2BB97F}" dt="2026-01-21T00:27:59.807" v="157" actId="20577"/>
          <ac:spMkLst>
            <pc:docMk/>
            <pc:sldMk cId="1034469082" sldId="280"/>
            <ac:spMk id="252" creationId="{25703083-7847-33A6-D484-CEF011390C1D}"/>
          </ac:spMkLst>
        </pc:spChg>
        <pc:picChg chg="del">
          <ac:chgData name="Changyong Hyun" userId="5c6d3e53270d07e7" providerId="LiveId" clId="{7ACF1700-C4D9-49E3-8893-5CDA0B2BB97F}" dt="2026-01-21T00:27:28.821" v="146" actId="21"/>
          <ac:picMkLst>
            <pc:docMk/>
            <pc:sldMk cId="1034469082" sldId="280"/>
            <ac:picMk id="238" creationId="{FE11972A-81EF-0F36-79F0-28206655A504}"/>
          </ac:picMkLst>
        </pc:picChg>
        <pc:picChg chg="del">
          <ac:chgData name="Changyong Hyun" userId="5c6d3e53270d07e7" providerId="LiveId" clId="{7ACF1700-C4D9-49E3-8893-5CDA0B2BB97F}" dt="2026-01-21T00:27:28.821" v="146" actId="21"/>
          <ac:picMkLst>
            <pc:docMk/>
            <pc:sldMk cId="1034469082" sldId="280"/>
            <ac:picMk id="243" creationId="{71E3568F-6D85-76CF-A30A-73BDD061F932}"/>
          </ac:picMkLst>
        </pc:picChg>
        <pc:picChg chg="del">
          <ac:chgData name="Changyong Hyun" userId="5c6d3e53270d07e7" providerId="LiveId" clId="{7ACF1700-C4D9-49E3-8893-5CDA0B2BB97F}" dt="2026-01-21T00:27:28.821" v="146" actId="21"/>
          <ac:picMkLst>
            <pc:docMk/>
            <pc:sldMk cId="1034469082" sldId="280"/>
            <ac:picMk id="249" creationId="{84A1E0D1-BB85-B0F2-77F6-8A03074E7569}"/>
          </ac:picMkLst>
        </pc:picChg>
        <pc:picChg chg="mod">
          <ac:chgData name="Changyong Hyun" userId="5c6d3e53270d07e7" providerId="LiveId" clId="{7ACF1700-C4D9-49E3-8893-5CDA0B2BB97F}" dt="2026-01-21T00:27:36.778" v="149" actId="1076"/>
          <ac:picMkLst>
            <pc:docMk/>
            <pc:sldMk cId="1034469082" sldId="280"/>
            <ac:picMk id="254" creationId="{9F96140C-B51F-8138-249E-579D7E512355}"/>
          </ac:picMkLst>
        </pc:picChg>
      </pc:sldChg>
      <pc:sldChg chg="add del setBg">
        <pc:chgData name="Changyong Hyun" userId="5c6d3e53270d07e7" providerId="LiveId" clId="{7ACF1700-C4D9-49E3-8893-5CDA0B2BB97F}" dt="2026-01-21T00:28:29.764" v="165"/>
        <pc:sldMkLst>
          <pc:docMk/>
          <pc:sldMk cId="1680185158" sldId="281"/>
        </pc:sldMkLst>
      </pc:sldChg>
      <pc:sldChg chg="addSp delSp modSp add mod setBg">
        <pc:chgData name="Changyong Hyun" userId="5c6d3e53270d07e7" providerId="LiveId" clId="{7ACF1700-C4D9-49E3-8893-5CDA0B2BB97F}" dt="2026-01-21T00:30:27.619" v="224" actId="14100"/>
        <pc:sldMkLst>
          <pc:docMk/>
          <pc:sldMk cId="1848152642" sldId="281"/>
        </pc:sldMkLst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0" creationId="{ED25D260-4CE3-973B-3F26-9E684273D4A3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1" creationId="{F4EB7E87-DCEF-9346-57C9-AF3D95D90DB2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2" creationId="{724A1F78-C400-B0D1-418B-AE988C005D79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3" creationId="{1269D913-AA97-C314-67DD-94D109EB9899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4" creationId="{0BB4ABD7-839C-6507-824C-96C7356EBA52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7" creationId="{21EB70C7-B918-085B-E414-D4DA0D8FA55C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08" creationId="{E0F7D8AF-4802-13B7-0E95-6F806B471BB8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10" creationId="{74009532-2007-605D-9598-9441E30A8873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12" creationId="{FA7DFAAF-FC43-1441-82A9-248FC96D3D79}"/>
          </ac:spMkLst>
        </pc:spChg>
        <pc:spChg chg="del">
          <ac:chgData name="Changyong Hyun" userId="5c6d3e53270d07e7" providerId="LiveId" clId="{7ACF1700-C4D9-49E3-8893-5CDA0B2BB97F}" dt="2026-01-21T00:28:51.823" v="171" actId="21"/>
          <ac:spMkLst>
            <pc:docMk/>
            <pc:sldMk cId="1848152642" sldId="281"/>
            <ac:spMk id="213" creationId="{99455E18-F027-8FBF-9AD6-4E3475D4DD2C}"/>
          </ac:spMkLst>
        </pc:spChg>
        <pc:spChg chg="mod">
          <ac:chgData name="Changyong Hyun" userId="5c6d3e53270d07e7" providerId="LiveId" clId="{7ACF1700-C4D9-49E3-8893-5CDA0B2BB97F}" dt="2026-01-21T00:29:35.696" v="211" actId="20577"/>
          <ac:spMkLst>
            <pc:docMk/>
            <pc:sldMk cId="1848152642" sldId="281"/>
            <ac:spMk id="214" creationId="{23860EEE-D480-9A84-E100-6B22EEB02526}"/>
          </ac:spMkLst>
        </pc:spChg>
        <pc:picChg chg="del">
          <ac:chgData name="Changyong Hyun" userId="5c6d3e53270d07e7" providerId="LiveId" clId="{7ACF1700-C4D9-49E3-8893-5CDA0B2BB97F}" dt="2026-01-21T00:28:34.855" v="168" actId="21"/>
          <ac:picMkLst>
            <pc:docMk/>
            <pc:sldMk cId="1848152642" sldId="281"/>
            <ac:picMk id="3" creationId="{5DCAB7CC-0951-B0AB-438B-9C7AB63F9A0A}"/>
          </ac:picMkLst>
        </pc:picChg>
        <pc:picChg chg="add del mod">
          <ac:chgData name="Changyong Hyun" userId="5c6d3e53270d07e7" providerId="LiveId" clId="{7ACF1700-C4D9-49E3-8893-5CDA0B2BB97F}" dt="2026-01-21T00:30:27.619" v="224" actId="14100"/>
          <ac:picMkLst>
            <pc:docMk/>
            <pc:sldMk cId="1848152642" sldId="281"/>
            <ac:picMk id="216" creationId="{E3CF2C0D-3D9A-E966-9FAA-E582DE86ED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24d267e6_0_2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b824d267e6_0_2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24d267e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b824d267e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AB5706CC-5852-BD4F-5DC0-F62D8B73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824d267e6_0_91:notes">
            <a:extLst>
              <a:ext uri="{FF2B5EF4-FFF2-40B4-BE49-F238E27FC236}">
                <a16:creationId xmlns:a16="http://schemas.microsoft.com/office/drawing/2014/main" id="{A7DB74D7-2B50-5042-3AD2-53ECFCC56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b824d267e6_0_91:notes">
            <a:extLst>
              <a:ext uri="{FF2B5EF4-FFF2-40B4-BE49-F238E27FC236}">
                <a16:creationId xmlns:a16="http://schemas.microsoft.com/office/drawing/2014/main" id="{788A955E-D339-4817-406B-613779E82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0965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824d267e6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b824d267e6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24d267e6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b824d267e6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952CEBE1-F443-3A03-A75B-EC6D1FF7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24d267e6_0_383:notes">
            <a:extLst>
              <a:ext uri="{FF2B5EF4-FFF2-40B4-BE49-F238E27FC236}">
                <a16:creationId xmlns:a16="http://schemas.microsoft.com/office/drawing/2014/main" id="{7A82EB1D-7F68-C5DF-E101-AE7D0C9B6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b824d267e6_0_383:notes">
            <a:extLst>
              <a:ext uri="{FF2B5EF4-FFF2-40B4-BE49-F238E27FC236}">
                <a16:creationId xmlns:a16="http://schemas.microsoft.com/office/drawing/2014/main" id="{B37189E0-676F-43BE-1069-3C73CD9AEE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41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824d267e6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b824d267e6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824d267e6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b824d267e6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824d267e6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b824d267e6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B62E70DB-BBCE-B504-AE7A-D4E22DC4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824d267e6_0_662:notes">
            <a:extLst>
              <a:ext uri="{FF2B5EF4-FFF2-40B4-BE49-F238E27FC236}">
                <a16:creationId xmlns:a16="http://schemas.microsoft.com/office/drawing/2014/main" id="{E59BDF08-7A71-B852-F59C-1715FCCB8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b824d267e6_0_662:notes">
            <a:extLst>
              <a:ext uri="{FF2B5EF4-FFF2-40B4-BE49-F238E27FC236}">
                <a16:creationId xmlns:a16="http://schemas.microsoft.com/office/drawing/2014/main" id="{6253923E-FFB3-A20E-CB23-3C21AAAC9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0527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824d267e6_0_7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b824d267e6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824d267e6_0_2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b824d267e6_0_2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824d267e6_0_2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3b824d267e6_0_2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b824d267e6_0_1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b824d267e6_0_1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b824d267e6_0_1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3b824d267e6_0_1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824d267e6_0_2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3b824d267e6_0_2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824d267e6_0_1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3b824d267e6_0_1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824d267e6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b824d267e6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8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0250" y="4286250"/>
            <a:ext cx="3619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2250" y="4286250"/>
            <a:ext cx="36195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25792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95300" y="1362075"/>
            <a:ext cx="11201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Emotional State Change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Forecasting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181350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Predicting Variation in Emotional Valence and Arousal from Longitudinal Ecological Essays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6410325"/>
            <a:ext cx="1124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SemEval 2026 Task 2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658350" y="6410325"/>
            <a:ext cx="177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Télécom SudParis | January 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238375" y="4524375"/>
            <a:ext cx="3143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238375" y="4857750"/>
            <a:ext cx="3143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810375" y="4524375"/>
            <a:ext cx="3143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Subtask 2a: State Change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810375" y="4857750"/>
            <a:ext cx="3143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Hyun Chang-Yong (현창용)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19275"/>
            <a:ext cx="50958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821781"/>
            <a:ext cx="5095875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21993"/>
            <a:ext cx="5095875" cy="155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1416843"/>
            <a:ext cx="53506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The Longitudinal Affect Challenge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1826418"/>
            <a:ext cx="5095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Modeling emotional shifts over time (2021-2024) using self-reported first-person affect scores collected via ecological essays.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09650" y="3193256"/>
            <a:ext cx="46577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Subtask 1: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Predicting emotional states for </a:t>
            </a:r>
            <a:r>
              <a:rPr lang="en-US" sz="1425" b="0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different users</a:t>
            </a:r>
            <a:r>
              <a:rPr lang="en-US" sz="14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based on shared linguistic cues and contextual invariants.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9650" y="4893468"/>
            <a:ext cx="46577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Subtask 2a: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Forecasting </a:t>
            </a:r>
            <a:r>
              <a:rPr lang="en-US" sz="1425" b="0" i="1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future states</a:t>
            </a:r>
            <a:r>
              <a:rPr lang="en-US" sz="14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for a specific user using their historical emotional trajectory and textual sequence.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571500"/>
            <a:ext cx="1100137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Joint Project Overview &amp; Objectives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62000" y="571500"/>
            <a:ext cx="95250" cy="447675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1924050"/>
            <a:ext cx="50768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62000" y="1840706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A90E2"/>
                </a:solidFill>
                <a:latin typeface="Open Sans"/>
                <a:ea typeface="Open Sans"/>
                <a:cs typeface="Open Sans"/>
                <a:sym typeface="Open Sans"/>
              </a:rPr>
              <a:t>PART II: TECHNICAL DEEP DIVE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95300" y="2302668"/>
            <a:ext cx="112014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Subtask 2a: State Change Forecasting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2286000" y="4074318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Optimizing longitudinal sequence modeling through hybrid architectures and specialized dimension weighting.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381625" y="5141118"/>
            <a:ext cx="1428750" cy="5715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295900" y="5579281"/>
            <a:ext cx="16002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Changyong Hyun</a:t>
            </a:r>
            <a:endParaRPr sz="142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(Subtask2a)</a:t>
            </a:r>
            <a:endParaRPr sz="142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15566"/>
            <a:ext cx="5095875" cy="3807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16597"/>
            <a:ext cx="5095875" cy="128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441477"/>
            <a:ext cx="5095875" cy="128200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1915566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The Longitudinal Corpus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762000" y="2325141"/>
            <a:ext cx="5095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Analyzing 137 training and 46 test users over a 15-month research lifecycle (Nov 2024 - Jan 2026).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29400" y="2210841"/>
            <a:ext cx="4730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Temporal EDA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104900" y="3311872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Valence Distribution: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Mean 2.1, Std 0.9. Balanced 0-4 scale distribution showing standard report variance.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104900" y="4736752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Arousal Distribution: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Mean 1.0, Std 0.6. Lower variance indicates higher subjectivity and prediction difficulty.</a:t>
            </a:r>
            <a:endParaRPr/>
          </a:p>
        </p:txBody>
      </p:sp>
      <p:pic>
        <p:nvPicPr>
          <p:cNvPr id="205" name="Google Shape;20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222989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6753225" y="2619464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819900" y="2620416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Irregular Sampling: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Non-uniform time intervals between essay entries requiring sequence modeling.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753225" y="3263294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819900" y="3264247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Longitudinal Density: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Average of 25 entries per user over a 3-year span.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53225" y="3907125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819900" y="3908077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Volatility Gap: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Arousal shifts are 38% less frequent but more sporadic than valence shifts.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53225" y="4550955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819900" y="4551908"/>
            <a:ext cx="431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Missing Data: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Handled through temporal feature engineering and lag representations.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52500" y="609675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Dataset Analysis &amp; EDA Insights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762000" y="609675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74C8988A-5592-5C8A-2F53-1963C994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23860EEE-D480-9A84-E100-6B22EEB02526}"/>
              </a:ext>
            </a:extLst>
          </p:cNvPr>
          <p:cNvSpPr txBox="1"/>
          <p:nvPr/>
        </p:nvSpPr>
        <p:spPr>
          <a:xfrm>
            <a:off x="952500" y="609675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Russells circumplex - Subtask 2a -</a:t>
            </a:r>
            <a:endParaRPr dirty="0"/>
          </a:p>
        </p:txBody>
      </p:sp>
      <p:sp>
        <p:nvSpPr>
          <p:cNvPr id="215" name="Google Shape;215;p21">
            <a:extLst>
              <a:ext uri="{FF2B5EF4-FFF2-40B4-BE49-F238E27FC236}">
                <a16:creationId xmlns:a16="http://schemas.microsoft.com/office/drawing/2014/main" id="{DF3EFFC1-96F5-1E0D-E848-768A2064F513}"/>
              </a:ext>
            </a:extLst>
          </p:cNvPr>
          <p:cNvSpPr/>
          <p:nvPr/>
        </p:nvSpPr>
        <p:spPr>
          <a:xfrm>
            <a:off x="762000" y="609675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Picture 215" descr="01_russells_circumplex.png">
            <a:extLst>
              <a:ext uri="{FF2B5EF4-FFF2-40B4-BE49-F238E27FC236}">
                <a16:creationId xmlns:a16="http://schemas.microsoft.com/office/drawing/2014/main" id="{E3CF2C0D-3D9A-E966-9FAA-E582DE86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700" y="1193801"/>
            <a:ext cx="6896099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5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914525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924050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6334125" y="1971823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Semantic-Temporal Integration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334125" y="2333773"/>
            <a:ext cx="5095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Capturing both instantaneous textual affect and long-term sequential momentum.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457950" y="3033801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524625" y="3034754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RoBERTa-base: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Extracts 768-dim contextual text embeddings from CLS tokens.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457950" y="3677632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524625" y="3678584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BiLSTM: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Dual-layer 256-unit modeling of sequential transitions and temporal dependencies.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457950" y="4321462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524625" y="4322415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Multi-Head Attention: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8-head mechanism to refine salient emotional cues across sequence steps.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457950" y="4965293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524625" y="4966245"/>
            <a:ext cx="4905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Dual-Head Output: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Decoupled regression heads optimized separately for Valence and Arousal targets.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962025" y="568875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Hybrid Model Architecture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771525" y="568875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536281"/>
            <a:ext cx="1104900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857250" y="4774406"/>
            <a:ext cx="105252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Innovation: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Dynamic feature dimension handling (863 vs 866) ensures compatibility between standard and specialized models in the production pipeline.</a:t>
            </a:r>
            <a:endParaRPr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264568"/>
            <a:ext cx="2965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866775" y="2712243"/>
            <a:ext cx="3113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Textual (768)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66775" y="2931318"/>
            <a:ext cx="2965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RoBERTa CLS embeddings capturing deep essay semantics and linguistic patterns.</a:t>
            </a:r>
            <a:endParaRPr/>
          </a:p>
        </p:txBody>
      </p:sp>
      <p:pic>
        <p:nvPicPr>
          <p:cNvPr id="246" name="Google Shape;246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264568"/>
            <a:ext cx="2965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4613225" y="2712243"/>
            <a:ext cx="3113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Temporal (20)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613225" y="2931318"/>
            <a:ext cx="2965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Lags (1-3), moving averages (5, 10), and 3 specific </a:t>
            </a: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Arousal Dynamics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features.</a:t>
            </a:r>
            <a:endParaRPr/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264568"/>
            <a:ext cx="29654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8359675" y="2712243"/>
            <a:ext cx="3113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Personal (29)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359675" y="2931318"/>
            <a:ext cx="29655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64-dim Learnable User Embeddings &amp; historical user statistics for personalization.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Advanced 47-Dim Feature Taxonomy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8A599887-B77D-2122-3544-423BAD6C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>
            <a:extLst>
              <a:ext uri="{FF2B5EF4-FFF2-40B4-BE49-F238E27FC236}">
                <a16:creationId xmlns:a16="http://schemas.microsoft.com/office/drawing/2014/main" id="{8EC0622D-06F0-3535-E51E-C120447B23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>
            <a:extLst>
              <a:ext uri="{FF2B5EF4-FFF2-40B4-BE49-F238E27FC236}">
                <a16:creationId xmlns:a16="http://schemas.microsoft.com/office/drawing/2014/main" id="{978784CB-1BFF-98B3-E83D-5EBE2F7EAA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>
            <a:extLst>
              <a:ext uri="{FF2B5EF4-FFF2-40B4-BE49-F238E27FC236}">
                <a16:creationId xmlns:a16="http://schemas.microsoft.com/office/drawing/2014/main" id="{D0A393E6-B379-CC40-F6EB-869AD46D2F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969293"/>
            <a:ext cx="3555950" cy="21859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>
            <a:extLst>
              <a:ext uri="{FF2B5EF4-FFF2-40B4-BE49-F238E27FC236}">
                <a16:creationId xmlns:a16="http://schemas.microsoft.com/office/drawing/2014/main" id="{25703083-7847-33A6-D484-CEF011390C1D}"/>
              </a:ext>
            </a:extLst>
          </p:cNvPr>
          <p:cNvSpPr txBox="1"/>
          <p:nvPr/>
        </p:nvSpPr>
        <p:spPr>
          <a:xfrm>
            <a:off x="952500" y="571500"/>
            <a:ext cx="110013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dirty="0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Feature importance</a:t>
            </a:r>
            <a:endParaRPr dirty="0"/>
          </a:p>
        </p:txBody>
      </p:sp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D8932E54-7419-5170-07A7-A1356A076C74}"/>
              </a:ext>
            </a:extLst>
          </p:cNvPr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Picture 253" descr="04_feature_importance.png">
            <a:extLst>
              <a:ext uri="{FF2B5EF4-FFF2-40B4-BE49-F238E27FC236}">
                <a16:creationId xmlns:a16="http://schemas.microsoft.com/office/drawing/2014/main" id="{9F96140C-B51F-8138-249E-579D7E5123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34833"/>
            <a:ext cx="11290300" cy="498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6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47912"/>
            <a:ext cx="528637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52662"/>
            <a:ext cx="5286375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71500" y="2347912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53E3E"/>
                </a:solidFill>
                <a:latin typeface="Montserrat"/>
                <a:ea typeface="Montserrat"/>
                <a:cs typeface="Montserrat"/>
                <a:sym typeface="Montserrat"/>
              </a:rPr>
              <a:t>Identifying the Performance Gap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71500" y="2757487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Initial ensemble analysis revealed a critical failure point in energy-level forecasting compared to pleasantness.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71500" y="4633912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E53E3E"/>
                </a:solidFill>
                <a:latin typeface="Open Sans"/>
                <a:ea typeface="Open Sans"/>
                <a:cs typeface="Open Sans"/>
                <a:sym typeface="Open Sans"/>
              </a:rPr>
              <a:t>Diagnosis: Arousal is introspectively complex and report-noisy.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619875" y="2693342"/>
            <a:ext cx="500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B2C2C"/>
                </a:solidFill>
                <a:latin typeface="Open Sans"/>
                <a:ea typeface="Open Sans"/>
                <a:cs typeface="Open Sans"/>
                <a:sym typeface="Open Sans"/>
              </a:rPr>
              <a:t>Root Cause Analysis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6657975" y="3052911"/>
            <a:ext cx="152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810375" y="3055292"/>
            <a:ext cx="45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Subjective Variance: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Users struggle to define energy levels (Activation) more than mood (Pleasantness).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657975" y="4014936"/>
            <a:ext cx="1524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882075" y="4014917"/>
            <a:ext cx="4572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Low Variation: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Standard loss functions ignore subtle arousal shifts, focusing on higher-variance valence.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The Arousal Prediction Bottleneck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/>
        </p:nvSpPr>
        <p:spPr>
          <a:xfrm>
            <a:off x="571500" y="2738437"/>
            <a:ext cx="52863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90%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571500" y="4071937"/>
            <a:ext cx="5286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A1F3A"/>
                </a:solidFill>
                <a:latin typeface="Open Sans"/>
                <a:ea typeface="Open Sans"/>
                <a:cs typeface="Open Sans"/>
                <a:sym typeface="Open Sans"/>
              </a:rPr>
              <a:t>CCC Loss Weighting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571500" y="4586287"/>
            <a:ext cx="528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Dimension-Specific Shift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334125" y="1857375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Specialized Parameter Optimization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334125" y="2219325"/>
            <a:ext cx="5286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Developed a dedicated model architecture designed to master the energy-activation forecasting gap.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334125" y="4981575"/>
            <a:ext cx="5286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Result: +6% absolute improvement in Arousal CCC.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457950" y="2931318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6524625" y="2933700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Loss Shift: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Re-weighted CCC loss (70% → 90%) to prioritize agreement over mean-error.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6457950" y="3588543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6524625" y="3590925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Dynamic Sampling: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Weighted data loading to prioritize "high-change" emotional shifts during training.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457950" y="4245768"/>
            <a:ext cx="66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524625" y="4248150"/>
            <a:ext cx="50958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New Features:</a:t>
            </a:r>
            <a:r>
              <a:rPr lang="en-US" sz="1425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Added Volatility and Acceleration metrics specifically for Arousal.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Innovation: Arousal-Specialist Model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26"/>
          <p:cNvGraphicFramePr/>
          <p:nvPr/>
        </p:nvGraphicFramePr>
        <p:xfrm>
          <a:off x="571500" y="1831181"/>
          <a:ext cx="11049025" cy="3976700"/>
        </p:xfrm>
        <a:graphic>
          <a:graphicData uri="http://schemas.openxmlformats.org/drawingml/2006/table">
            <a:tbl>
              <a:tblPr firstRow="1" bandRow="1">
                <a:noFill/>
                <a:tableStyleId>{21D86DE6-52C9-440B-B78C-ECAA66DC7167}</a:tableStyleId>
              </a:tblPr>
              <a:tblGrid>
                <a:gridCol w="248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9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 Variant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Valence CCC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Arousal CCC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Overall CCC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374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 Ensemble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0.7593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0.5832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0.6833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✅ Winner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seed777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777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0.7593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0.5516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0.6554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Base Leader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Arousal Specialist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0.7192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0.5832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0.6512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Aro Specialist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seed888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0.7201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0.5221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0.6211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Archived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seed123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0.6298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0.4362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0.5330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Excluded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seed42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0.6532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0.3574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0.5053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44444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Discarded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3" name="Google Shape;293;p26"/>
          <p:cNvSpPr/>
          <p:nvPr/>
        </p:nvSpPr>
        <p:spPr>
          <a:xfrm>
            <a:off x="571500" y="2378868"/>
            <a:ext cx="24894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3060799" y="2378868"/>
            <a:ext cx="9849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4045743" y="2378868"/>
            <a:ext cx="18903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936009" y="2378868"/>
            <a:ext cx="18768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7812881" y="2378868"/>
            <a:ext cx="18102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9623226" y="2378868"/>
            <a:ext cx="1997400" cy="192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571500" y="2959893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3060799" y="2959893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4045743" y="2959893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936009" y="2959893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7812881" y="2959893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9623226" y="2959893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71500" y="3526631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3060799" y="3526631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4045743" y="3526631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936009" y="3526631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7812881" y="3526631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9623226" y="3526631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571500" y="4093368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3060799" y="4093368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4045743" y="4093368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5936009" y="4093368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7812881" y="4093368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9623226" y="4093368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571500" y="4660106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3060799" y="4660106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045743" y="4660106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936009" y="4660106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7812881" y="4660106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9623226" y="4660106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5226843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3060799" y="5226843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4045743" y="5226843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5936009" y="5226843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7812881" y="5226843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9623226" y="5226843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571500" y="5793581"/>
            <a:ext cx="2489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3060799" y="5793581"/>
            <a:ext cx="9849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045743" y="5793581"/>
            <a:ext cx="18903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936009" y="5793581"/>
            <a:ext cx="18768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7812881" y="5793581"/>
            <a:ext cx="18102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9623226" y="5793581"/>
            <a:ext cx="1997400" cy="960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Detailed Model Benchmarks</a:t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AA7297F3-E905-DA5D-E854-A3B59B49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>
            <a:extLst>
              <a:ext uri="{FF2B5EF4-FFF2-40B4-BE49-F238E27FC236}">
                <a16:creationId xmlns:a16="http://schemas.microsoft.com/office/drawing/2014/main" id="{8F528CC7-65EF-A54C-33A5-1A946B3CA5B8}"/>
              </a:ext>
            </a:extLst>
          </p:cNvPr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50" b="1" i="0" u="none" strike="noStrike" cap="none" dirty="0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Detailed </a:t>
            </a:r>
            <a:r>
              <a:rPr lang="en-US" altLang="ko-KR" sz="2850" b="1" dirty="0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model comparison</a:t>
            </a:r>
            <a:endParaRPr dirty="0"/>
          </a:p>
        </p:txBody>
      </p:sp>
      <p:sp>
        <p:nvSpPr>
          <p:cNvPr id="336" name="Google Shape;336;p26">
            <a:extLst>
              <a:ext uri="{FF2B5EF4-FFF2-40B4-BE49-F238E27FC236}">
                <a16:creationId xmlns:a16="http://schemas.microsoft.com/office/drawing/2014/main" id="{48AC6D1C-A3B2-AD66-C2C8-96C48D558943}"/>
              </a:ext>
            </a:extLst>
          </p:cNvPr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Picture 336" descr="03_model_comparison.png">
            <a:extLst>
              <a:ext uri="{FF2B5EF4-FFF2-40B4-BE49-F238E27FC236}">
                <a16:creationId xmlns:a16="http://schemas.microsoft.com/office/drawing/2014/main" id="{F7F96FA2-576B-4E56-2E01-DE325D678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1167604"/>
            <a:ext cx="9804400" cy="569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07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5323" y="-114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49723"/>
            <a:ext cx="5095875" cy="2539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125092"/>
            <a:ext cx="5095875" cy="19734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 txBox="1"/>
          <p:nvPr/>
        </p:nvSpPr>
        <p:spPr>
          <a:xfrm>
            <a:off x="762000" y="1749772"/>
            <a:ext cx="535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4FF5"/>
                </a:solidFill>
                <a:latin typeface="Montserrat"/>
                <a:ea typeface="Montserrat"/>
                <a:cs typeface="Montserrat"/>
                <a:sym typeface="Montserrat"/>
              </a:rPr>
              <a:t>Why 2-Model is Optimal?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762000" y="2159347"/>
            <a:ext cx="50958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Grid search testing (~5,000 combinations) proved that combining the strongest generalist with the dimension-specialist yielded peak stability.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762000" y="5289053"/>
            <a:ext cx="50958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Note: 3-model and 5-model configurations underperformed due to noise injection from weaker seeds (e.g., seed42, seed123).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734175" y="2949773"/>
            <a:ext cx="4295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Final Achievement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6734175" y="3319313"/>
            <a:ext cx="42957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+10.4%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6734175" y="4271813"/>
            <a:ext cx="4295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1F3A"/>
                </a:solidFill>
                <a:latin typeface="Open Sans"/>
                <a:ea typeface="Open Sans"/>
                <a:cs typeface="Open Sans"/>
                <a:sym typeface="Open Sans"/>
              </a:rPr>
              <a:t>Surpassing Competition Target (0.62)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1104900" y="3357255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seed777 (50.16%):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Master of Valence and baseline trends.</a:t>
            </a:r>
            <a:endParaRPr/>
          </a:p>
        </p:txBody>
      </p:sp>
      <p:sp>
        <p:nvSpPr>
          <p:cNvPr id="351" name="Google Shape;351;p27"/>
          <p:cNvSpPr txBox="1"/>
          <p:nvPr/>
        </p:nvSpPr>
        <p:spPr>
          <a:xfrm>
            <a:off x="1104900" y="4111823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Specialist (49.84%):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Corrects energy-prediction bias and activation shifts.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905375" y="5760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The "Quality-over-Quantity" Ensemble</a:t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2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0025" y="4190040"/>
            <a:ext cx="5095875" cy="2535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0150" y="3581250"/>
            <a:ext cx="1485900" cy="351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26550" y="3581250"/>
            <a:ext cx="1476375" cy="3519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6489737" y="1402630"/>
            <a:ext cx="50958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2ECC71"/>
                </a:solidFill>
                <a:latin typeface="Open Sans"/>
                <a:ea typeface="Open Sans"/>
                <a:cs typeface="Open Sans"/>
                <a:sym typeface="Open Sans"/>
              </a:rPr>
              <a:t>0.6833</a:t>
            </a:r>
            <a:endParaRPr dirty="0"/>
          </a:p>
        </p:txBody>
      </p:sp>
      <p:sp>
        <p:nvSpPr>
          <p:cNvPr id="363" name="Google Shape;363;p28"/>
          <p:cNvSpPr txBox="1"/>
          <p:nvPr/>
        </p:nvSpPr>
        <p:spPr>
          <a:xfrm>
            <a:off x="6550100" y="2958107"/>
            <a:ext cx="5095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Final Combined CCC</a:t>
            </a:r>
            <a:endParaRPr dirty="0"/>
          </a:p>
        </p:txBody>
      </p:sp>
      <p:sp>
        <p:nvSpPr>
          <p:cNvPr id="364" name="Google Shape;364;p28"/>
          <p:cNvSpPr txBox="1"/>
          <p:nvPr/>
        </p:nvSpPr>
        <p:spPr>
          <a:xfrm>
            <a:off x="7366000" y="4614960"/>
            <a:ext cx="4730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Project Statistics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7366000" y="5024535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Models Trained: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5 (All iterations)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7366000" y="5394075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GPU Commitment: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~10 Cumulative Hours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7366000" y="5763615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Ensemble: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2-model (Generalist + Specialist)</a:t>
            </a:r>
            <a:endParaRPr dirty="0"/>
          </a:p>
        </p:txBody>
      </p:sp>
      <p:sp>
        <p:nvSpPr>
          <p:cNvPr id="368" name="Google Shape;368;p28"/>
          <p:cNvSpPr txBox="1"/>
          <p:nvPr/>
        </p:nvSpPr>
        <p:spPr>
          <a:xfrm>
            <a:off x="7366000" y="6133155"/>
            <a:ext cx="4505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Achievement: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+10.4% Above 0.62 Target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Comprehensive Results Summary</a:t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D6B4BC-67A8-2C5C-4574-A317A3D61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956" y="1620798"/>
            <a:ext cx="6096350" cy="48816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80022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80022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1477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914775"/>
            <a:ext cx="52387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0478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 txBox="1"/>
          <p:nvPr/>
        </p:nvSpPr>
        <p:spPr>
          <a:xfrm>
            <a:off x="1009650" y="249555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1009650" y="286702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PyTorch 2.0+ Core Framework, Hugging Face Transformers, and RoBERTa-base (125M params).</a:t>
            </a:r>
            <a:endParaRPr/>
          </a:p>
        </p:txBody>
      </p:sp>
      <p:pic>
        <p:nvPicPr>
          <p:cNvPr id="383" name="Google Shape;38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900" y="20478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/>
          <p:nvPr/>
        </p:nvSpPr>
        <p:spPr>
          <a:xfrm>
            <a:off x="6438900" y="249555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Infrastructure</a:t>
            </a:r>
            <a:endParaRPr/>
          </a:p>
        </p:txBody>
      </p:sp>
      <p:sp>
        <p:nvSpPr>
          <p:cNvPr id="385" name="Google Shape;385;p29"/>
          <p:cNvSpPr txBox="1"/>
          <p:nvPr/>
        </p:nvSpPr>
        <p:spPr>
          <a:xfrm>
            <a:off x="6438900" y="286702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Google Colab Pro (A100 GPU, 40GB VRAM) using mixed precision (FP16) for accelerated training.</a:t>
            </a:r>
            <a:endParaRPr/>
          </a:p>
        </p:txBody>
      </p:sp>
      <p:pic>
        <p:nvPicPr>
          <p:cNvPr id="386" name="Google Shape;386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41624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1009650" y="461010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Data &amp; Analytics</a:t>
            </a:r>
            <a:endParaRPr/>
          </a:p>
        </p:txBody>
      </p:sp>
      <p:sp>
        <p:nvSpPr>
          <p:cNvPr id="388" name="Google Shape;388;p29"/>
          <p:cNvSpPr txBox="1"/>
          <p:nvPr/>
        </p:nvSpPr>
        <p:spPr>
          <a:xfrm>
            <a:off x="1009650" y="498157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pandas, numpy, scikit-learn for processing, and Custom Grid Search for ensemble optimization.</a:t>
            </a:r>
            <a:endParaRPr/>
          </a:p>
        </p:txBody>
      </p:sp>
      <p:pic>
        <p:nvPicPr>
          <p:cNvPr id="389" name="Google Shape;389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900" y="41624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9"/>
          <p:cNvSpPr txBox="1"/>
          <p:nvPr/>
        </p:nvSpPr>
        <p:spPr>
          <a:xfrm>
            <a:off x="6438900" y="461010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Development</a:t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6438900" y="4981575"/>
            <a:ext cx="474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Python 3.10+ Environment, Git + GitHub Version Control, and modular pipeline design.</a:t>
            </a:r>
            <a:endParaRPr/>
          </a:p>
        </p:txBody>
      </p:sp>
      <p:sp>
        <p:nvSpPr>
          <p:cNvPr id="392" name="Google Shape;392;p29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Technical Stack &amp; Infrastructure</a:t>
            </a:r>
            <a:endParaRPr/>
          </a:p>
        </p:txBody>
      </p:sp>
      <p:sp>
        <p:nvSpPr>
          <p:cNvPr id="393" name="Google Shape;393;p29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11994"/>
            <a:ext cx="5286375" cy="166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11994"/>
            <a:ext cx="5286375" cy="166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7650"/>
            <a:ext cx="5286375" cy="166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57650"/>
            <a:ext cx="5286375" cy="166940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 txBox="1"/>
          <p:nvPr/>
        </p:nvSpPr>
        <p:spPr>
          <a:xfrm>
            <a:off x="866775" y="2409825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53E3E"/>
                </a:solidFill>
                <a:latin typeface="Open Sans"/>
                <a:ea typeface="Open Sans"/>
                <a:cs typeface="Open Sans"/>
                <a:sym typeface="Open Sans"/>
              </a:rPr>
              <a:t>Arousal Gap (38%)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866775" y="2714625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-US" sz="12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Arousal-Specialized Model with 90% CCC loss weighting and weighted sampling for high-variation events.</a:t>
            </a:r>
            <a:endParaRPr/>
          </a:p>
        </p:txBody>
      </p:sp>
      <p:sp>
        <p:nvSpPr>
          <p:cNvPr id="404" name="Google Shape;404;p30"/>
          <p:cNvSpPr txBox="1"/>
          <p:nvPr/>
        </p:nvSpPr>
        <p:spPr>
          <a:xfrm>
            <a:off x="6629400" y="2409825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Dimension Mismatch</a:t>
            </a:r>
            <a:endParaRPr/>
          </a:p>
        </p:txBody>
      </p:sp>
      <p:sp>
        <p:nvSpPr>
          <p:cNvPr id="405" name="Google Shape;405;p30"/>
          <p:cNvSpPr txBox="1"/>
          <p:nvPr/>
        </p:nvSpPr>
        <p:spPr>
          <a:xfrm>
            <a:off x="6629400" y="2714625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-US" sz="12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Implemented dynamic dimension handling with runtime feature slicing (863 ↔ 866 dims).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866775" y="4555480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Ensemble Noise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866775" y="4860280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-US" sz="12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2-model quality-over-quantity approach, removing weaker seeds (42, 123) that diluted overall performance.</a:t>
            </a:r>
            <a:endParaRPr/>
          </a:p>
        </p:txBody>
      </p:sp>
      <p:sp>
        <p:nvSpPr>
          <p:cNvPr id="408" name="Google Shape;408;p30"/>
          <p:cNvSpPr txBox="1"/>
          <p:nvPr/>
        </p:nvSpPr>
        <p:spPr>
          <a:xfrm>
            <a:off x="6629400" y="4555480"/>
            <a:ext cx="493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B4FF5"/>
                </a:solidFill>
                <a:latin typeface="Open Sans"/>
                <a:ea typeface="Open Sans"/>
                <a:cs typeface="Open Sans"/>
                <a:sym typeface="Open Sans"/>
              </a:rPr>
              <a:t>Resource Constraints</a:t>
            </a:r>
            <a:endParaRPr/>
          </a:p>
        </p:txBody>
      </p:sp>
      <p:sp>
        <p:nvSpPr>
          <p:cNvPr id="409" name="Google Shape;409;p30"/>
          <p:cNvSpPr txBox="1"/>
          <p:nvPr/>
        </p:nvSpPr>
        <p:spPr>
          <a:xfrm>
            <a:off x="6629400" y="4860280"/>
            <a:ext cx="46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-US" sz="12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 Leveraged A100 GPU infrastructure with optimized batch processing and gradient accumulation techniques.</a:t>
            </a:r>
            <a:endParaRPr/>
          </a:p>
        </p:txBody>
      </p:sp>
      <p:sp>
        <p:nvSpPr>
          <p:cNvPr id="410" name="Google Shape;410;p30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Challenges &amp; Solutions</a:t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38425"/>
            <a:ext cx="3429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638425"/>
            <a:ext cx="3429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0" y="2638425"/>
            <a:ext cx="3429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29337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1"/>
          <p:cNvSpPr txBox="1"/>
          <p:nvPr/>
        </p:nvSpPr>
        <p:spPr>
          <a:xfrm>
            <a:off x="1057275" y="3429000"/>
            <a:ext cx="2980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Technical</a:t>
            </a:r>
            <a:endParaRPr/>
          </a:p>
        </p:txBody>
      </p:sp>
      <p:sp>
        <p:nvSpPr>
          <p:cNvPr id="422" name="Google Shape;422;p31"/>
          <p:cNvSpPr txBox="1"/>
          <p:nvPr/>
        </p:nvSpPr>
        <p:spPr>
          <a:xfrm>
            <a:off x="1057275" y="3648075"/>
            <a:ext cx="28386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Dimension-specific optimization is 4.3% more powerful than generic multi-tasking. Loss engineering (90% CCC) is critical for agreement metrics.</a:t>
            </a:r>
            <a:endParaRPr/>
          </a:p>
        </p:txBody>
      </p:sp>
      <p:pic>
        <p:nvPicPr>
          <p:cNvPr id="423" name="Google Shape;423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9337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1"/>
          <p:cNvSpPr txBox="1"/>
          <p:nvPr/>
        </p:nvSpPr>
        <p:spPr>
          <a:xfrm>
            <a:off x="4676775" y="3429000"/>
            <a:ext cx="2980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Research</a:t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4676775" y="3648075"/>
            <a:ext cx="28386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Systematic multi-seed experimentation reduced variance by 12%. Ablation studies proved temporal features contribute 6% to overall accuracy.</a:t>
            </a:r>
            <a:endParaRPr/>
          </a:p>
        </p:txBody>
      </p:sp>
      <p:pic>
        <p:nvPicPr>
          <p:cNvPr id="426" name="Google Shape;426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6275" y="29337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 txBox="1"/>
          <p:nvPr/>
        </p:nvSpPr>
        <p:spPr>
          <a:xfrm>
            <a:off x="8296275" y="3429000"/>
            <a:ext cx="29805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Management</a:t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8296275" y="3648075"/>
            <a:ext cx="2838600" cy="10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Timeline estimation is hard (15 months actual vs 4 weeks planned). Documentation is vital for reproducibility across research cycles.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941225" y="5760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Key Learnings &amp; Insights</a:t>
            </a:r>
            <a:endParaRPr/>
          </a:p>
        </p:txBody>
      </p:sp>
      <p:sp>
        <p:nvSpPr>
          <p:cNvPr id="430" name="Google Shape;430;p31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375" y="5598258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 txBox="1"/>
          <p:nvPr/>
        </p:nvSpPr>
        <p:spPr>
          <a:xfrm>
            <a:off x="967775" y="5269097"/>
            <a:ext cx="71151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Target Exceeded</a:t>
            </a:r>
            <a:endParaRPr dirty="0"/>
          </a:p>
        </p:txBody>
      </p:sp>
      <p:sp>
        <p:nvSpPr>
          <p:cNvPr id="439" name="Google Shape;439;p32"/>
          <p:cNvSpPr txBox="1"/>
          <p:nvPr/>
        </p:nvSpPr>
        <p:spPr>
          <a:xfrm>
            <a:off x="967775" y="5624128"/>
            <a:ext cx="71151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Achieved CCC 0.6833, surpassing 0.62 target</a:t>
            </a:r>
          </a:p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by 10.4% through systematic iteration.</a:t>
            </a:r>
            <a:endParaRPr dirty="0"/>
          </a:p>
        </p:txBody>
      </p:sp>
      <p:sp>
        <p:nvSpPr>
          <p:cNvPr id="444" name="Google Shape;444;p32"/>
          <p:cNvSpPr txBox="1"/>
          <p:nvPr/>
        </p:nvSpPr>
        <p:spPr>
          <a:xfrm>
            <a:off x="967775" y="576000"/>
            <a:ext cx="1170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 descr="텍스트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C14FE3-41AD-E282-FF52-F8F8EBAB3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053" y="1067629"/>
            <a:ext cx="8181894" cy="4065737"/>
          </a:xfrm>
          <a:prstGeom prst="rect">
            <a:avLst/>
          </a:prstGeom>
        </p:spPr>
      </p:pic>
      <p:pic>
        <p:nvPicPr>
          <p:cNvPr id="2" name="Google Shape;43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2103" y="5605829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40;p32"/>
          <p:cNvSpPr txBox="1"/>
          <p:nvPr/>
        </p:nvSpPr>
        <p:spPr>
          <a:xfrm>
            <a:off x="6821374" y="5250798"/>
            <a:ext cx="7572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Key Innovation</a:t>
            </a:r>
            <a:endParaRPr dirty="0"/>
          </a:p>
        </p:txBody>
      </p:sp>
      <p:sp>
        <p:nvSpPr>
          <p:cNvPr id="5" name="Google Shape;441;p32"/>
          <p:cNvSpPr txBox="1"/>
          <p:nvPr/>
        </p:nvSpPr>
        <p:spPr>
          <a:xfrm>
            <a:off x="6821374" y="5605829"/>
            <a:ext cx="7572300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Arousal-Specialized Model solved the 38% prediction gap </a:t>
            </a:r>
          </a:p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by shifting loss weighting to 90% CCC.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25141"/>
            <a:ext cx="5095875" cy="2988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25141"/>
            <a:ext cx="5095875" cy="298876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3"/>
          <p:cNvSpPr txBox="1"/>
          <p:nvPr/>
        </p:nvSpPr>
        <p:spPr>
          <a:xfrm>
            <a:off x="1057275" y="2658516"/>
            <a:ext cx="4730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Short-Term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6629400" y="2658516"/>
            <a:ext cx="47307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Long-Term</a:t>
            </a:r>
            <a:endParaRPr/>
          </a:p>
        </p:txBody>
      </p:sp>
      <p:sp>
        <p:nvSpPr>
          <p:cNvPr id="455" name="Google Shape;455;p33"/>
          <p:cNvSpPr txBox="1"/>
          <p:nvPr/>
        </p:nvSpPr>
        <p:spPr>
          <a:xfrm>
            <a:off x="1371600" y="302903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1371600" y="367286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1521900" y="3029997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Model Scaling: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Testing RoBERTa-large (355M params) for expected +2-3% gain.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1581650" y="3725777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Meta-Learning: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Advanced neural ensembles for dynamic user adaptation.</a:t>
            </a:r>
            <a:endParaRPr/>
          </a:p>
        </p:txBody>
      </p:sp>
      <p:sp>
        <p:nvSpPr>
          <p:cNvPr id="459" name="Google Shape;459;p33"/>
          <p:cNvSpPr txBox="1"/>
          <p:nvPr/>
        </p:nvSpPr>
        <p:spPr>
          <a:xfrm>
            <a:off x="6943725" y="302903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7010400" y="3029991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Multimodal Signals: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Integrating audio/video physiological data for energy activation.</a:t>
            </a:r>
            <a:endParaRPr/>
          </a:p>
        </p:txBody>
      </p:sp>
      <p:sp>
        <p:nvSpPr>
          <p:cNvPr id="461" name="Google Shape;461;p33"/>
          <p:cNvSpPr txBox="1"/>
          <p:nvPr/>
        </p:nvSpPr>
        <p:spPr>
          <a:xfrm>
            <a:off x="6943725" y="3672869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62" name="Google Shape;462;p33"/>
          <p:cNvSpPr txBox="1"/>
          <p:nvPr/>
        </p:nvSpPr>
        <p:spPr>
          <a:xfrm>
            <a:off x="7010400" y="3673822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Causal Modeling: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Identifying direct Text → Emotion causal relationships.</a:t>
            </a:r>
            <a:endParaRPr/>
          </a:p>
        </p:txBody>
      </p:sp>
      <p:sp>
        <p:nvSpPr>
          <p:cNvPr id="463" name="Google Shape;463;p33"/>
          <p:cNvSpPr txBox="1"/>
          <p:nvPr/>
        </p:nvSpPr>
        <p:spPr>
          <a:xfrm>
            <a:off x="6943725" y="4316700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64" name="Google Shape;464;p33"/>
          <p:cNvSpPr txBox="1"/>
          <p:nvPr/>
        </p:nvSpPr>
        <p:spPr>
          <a:xfrm>
            <a:off x="7010400" y="4317652"/>
            <a:ext cx="41244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Real-time Inference: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Model quantization for &lt;100ms latency on mobile platforms.</a:t>
            </a:r>
            <a:endParaRPr/>
          </a:p>
        </p:txBody>
      </p:sp>
      <p:sp>
        <p:nvSpPr>
          <p:cNvPr id="465" name="Google Shape;465;p33"/>
          <p:cNvSpPr txBox="1"/>
          <p:nvPr/>
        </p:nvSpPr>
        <p:spPr>
          <a:xfrm>
            <a:off x="990600" y="5760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Future Directions</a:t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4"/>
          <p:cNvSpPr txBox="1"/>
          <p:nvPr/>
        </p:nvSpPr>
        <p:spPr>
          <a:xfrm>
            <a:off x="530066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lang="en-US" sz="105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Nov 2024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571500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EDA &amp; Baseline Design</a:t>
            </a:r>
            <a:endParaRPr/>
          </a:p>
        </p:txBody>
      </p:sp>
      <p:sp>
        <p:nvSpPr>
          <p:cNvPr id="474" name="Google Shape;474;p34"/>
          <p:cNvSpPr txBox="1"/>
          <p:nvPr/>
        </p:nvSpPr>
        <p:spPr>
          <a:xfrm>
            <a:off x="2408277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lang="en-US" sz="105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 19</a:t>
            </a:r>
            <a:endParaRPr/>
          </a:p>
        </p:txBody>
      </p:sp>
      <p:sp>
        <p:nvSpPr>
          <p:cNvPr id="475" name="Google Shape;475;p34"/>
          <p:cNvSpPr txBox="1"/>
          <p:nvPr/>
        </p:nvSpPr>
        <p:spPr>
          <a:xfrm>
            <a:off x="2449710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Grid Search / 0.63 CCC</a:t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4281196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lang="en-US" sz="105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 23</a:t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4327921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Specialist Dev / Aro Gap Study</a:t>
            </a:r>
            <a:endParaRPr/>
          </a:p>
        </p:txBody>
      </p:sp>
      <p:sp>
        <p:nvSpPr>
          <p:cNvPr id="478" name="Google Shape;478;p34"/>
          <p:cNvSpPr txBox="1"/>
          <p:nvPr/>
        </p:nvSpPr>
        <p:spPr>
          <a:xfrm>
            <a:off x="6164699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lang="en-US" sz="105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Dec 24</a:t>
            </a:r>
            <a:endParaRPr/>
          </a:p>
        </p:txBody>
      </p:sp>
      <p:sp>
        <p:nvSpPr>
          <p:cNvPr id="479" name="Google Shape;479;p34"/>
          <p:cNvSpPr txBox="1"/>
          <p:nvPr/>
        </p:nvSpPr>
        <p:spPr>
          <a:xfrm>
            <a:off x="6206132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Optimal Weight Discovery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8042910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lang="en-US" sz="105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Jan 7, 2026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8084343" y="3889027"/>
            <a:ext cx="1657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46 User Prediction Pipeline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9921120" y="3660427"/>
            <a:ext cx="17403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Open Sans"/>
                <a:ea typeface="Open Sans"/>
                <a:cs typeface="Open Sans"/>
                <a:sym typeface="Open Sans"/>
              </a:rPr>
              <a:t>~</a:t>
            </a:r>
            <a:r>
              <a:rPr lang="en-US" sz="105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Jan 13</a:t>
            </a:r>
            <a:endParaRPr/>
          </a:p>
        </p:txBody>
      </p:sp>
      <p:sp>
        <p:nvSpPr>
          <p:cNvPr id="483" name="Google Shape;483;p34"/>
          <p:cNvSpPr txBox="1"/>
          <p:nvPr/>
        </p:nvSpPr>
        <p:spPr>
          <a:xfrm>
            <a:off x="9962554" y="3889027"/>
            <a:ext cx="1657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Documentation / Final Submission</a:t>
            </a:r>
            <a:endParaRPr/>
          </a:p>
        </p:txBody>
      </p:sp>
      <p:sp>
        <p:nvSpPr>
          <p:cNvPr id="484" name="Google Shape;484;p34"/>
          <p:cNvSpPr txBox="1"/>
          <p:nvPr/>
        </p:nvSpPr>
        <p:spPr>
          <a:xfrm>
            <a:off x="1016000" y="576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A1F3A"/>
                </a:solidFill>
                <a:latin typeface="Montserrat"/>
                <a:ea typeface="Montserrat"/>
                <a:cs typeface="Montserrat"/>
                <a:sym typeface="Montserrat"/>
              </a:rPr>
              <a:t>Project Lifecycle &amp; Key Milestones</a:t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571500" y="3006923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1304925" y="32926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B4FF5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3183135" y="32926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B4FF5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5061346" y="32926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B4FF5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6939557" y="32926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B4FF5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8817768" y="32926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B4FF5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10695979" y="32926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5B4FF5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762000" y="571500"/>
            <a:ext cx="95400" cy="4476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A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5"/>
          <p:cNvSpPr txBox="1"/>
          <p:nvPr/>
        </p:nvSpPr>
        <p:spPr>
          <a:xfrm>
            <a:off x="495300" y="1393031"/>
            <a:ext cx="112014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499" name="Google Shape;499;p35"/>
          <p:cNvSpPr txBox="1"/>
          <p:nvPr/>
        </p:nvSpPr>
        <p:spPr>
          <a:xfrm>
            <a:off x="762000" y="2774156"/>
            <a:ext cx="1066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attention.</a:t>
            </a:r>
            <a:endParaRPr/>
          </a:p>
        </p:txBody>
      </p:sp>
      <p:sp>
        <p:nvSpPr>
          <p:cNvPr id="500" name="Google Shape;500;p35"/>
          <p:cNvSpPr/>
          <p:nvPr/>
        </p:nvSpPr>
        <p:spPr>
          <a:xfrm>
            <a:off x="5619750" y="3745706"/>
            <a:ext cx="952500" cy="38100"/>
          </a:xfrm>
          <a:prstGeom prst="rect">
            <a:avLst/>
          </a:prstGeom>
          <a:solidFill>
            <a:srgbClr val="5B4F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5"/>
          <p:cNvSpPr txBox="1"/>
          <p:nvPr/>
        </p:nvSpPr>
        <p:spPr>
          <a:xfrm>
            <a:off x="833425" y="5975443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Télécom SudParis | SemEval 2026 TASK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  <a:endParaRPr/>
          </a:p>
        </p:txBody>
      </p:sp>
      <p:sp>
        <p:nvSpPr>
          <p:cNvPr id="502" name="Google Shape;502;p35"/>
          <p:cNvSpPr txBox="1"/>
          <p:nvPr/>
        </p:nvSpPr>
        <p:spPr>
          <a:xfrm>
            <a:off x="6635775" y="4441019"/>
            <a:ext cx="22671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</a:t>
            </a:r>
            <a:r>
              <a:rPr lang="en-US" sz="1425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r>
              <a:rPr lang="en-US" sz="1425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ong </a:t>
            </a:r>
            <a:r>
              <a:rPr lang="en-US" sz="142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Hyun</a:t>
            </a:r>
            <a:endParaRPr sz="142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 2a)</a:t>
            </a:r>
            <a:endParaRPr sz="142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6118225" y="4687106"/>
            <a:ext cx="9600" cy="2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 txBox="1"/>
          <p:nvPr/>
        </p:nvSpPr>
        <p:spPr>
          <a:xfrm>
            <a:off x="3135325" y="4441025"/>
            <a:ext cx="23940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Rostislav SVITSOV</a:t>
            </a:r>
            <a:endParaRPr sz="142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425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(Subtask 1)</a:t>
            </a:r>
            <a:endParaRPr sz="1425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25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1173</Words>
  <Application>Microsoft Office PowerPoint</Application>
  <PresentationFormat>와이드스크린</PresentationFormat>
  <Paragraphs>199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Arial</vt:lpstr>
      <vt:lpstr>Montserrat</vt:lpstr>
      <vt:lpstr>Open Sans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Changyong Hyun</cp:lastModifiedBy>
  <cp:revision>1</cp:revision>
  <dcterms:modified xsi:type="dcterms:W3CDTF">2026-01-21T00:30:29Z</dcterms:modified>
</cp:coreProperties>
</file>